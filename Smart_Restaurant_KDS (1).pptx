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188720"/>
            <a:ext cx="3840480" cy="384048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90227" y="-651053"/>
            <a:ext cx="2765146" cy="2765146"/>
          </a:xfrm>
          <a:prstGeom prst="ellipse">
            <a:avLst/>
          </a:prstGeom>
          <a:ln w="19050">
            <a:solidFill>
              <a:srgbClr val="B85042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7E9E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819302" y="5307178"/>
            <a:ext cx="2370125" cy="2370125"/>
          </a:xfrm>
          <a:prstGeom prst="ellipse">
            <a:avLst/>
          </a:prstGeom>
          <a:ln w="19050">
            <a:solidFill>
              <a:srgbClr val="7E9E8E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&amp; DISTRIBUTED BACKEND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Restaurant Ordering &amp;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 Display System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Presentation  •  Y25, 2026–2027, Trimester 4  •  Sec 8, Team 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120640"/>
            <a:ext cx="6766560" cy="1234440"/>
          </a:xfrm>
          <a:prstGeom prst="roundRect">
            <a:avLst>
              <a:gd name="adj" fmla="val 5926"/>
            </a:avLst>
          </a:prstGeom>
          <a:solidFill>
            <a:srgbClr val="3A2A2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550468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Karthik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2520030234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60520" y="550468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CH.V.S. Manikanta Varma Raju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2520030239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47120" y="-822960"/>
            <a:ext cx="2011680" cy="2011680"/>
          </a:xfrm>
          <a:prstGeom prst="ellipse">
            <a:avLst/>
          </a:prstGeom>
          <a:solidFill>
            <a:srgbClr val="B8504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8755" y="-541325"/>
            <a:ext cx="1448410" cy="1448410"/>
          </a:xfrm>
          <a:prstGeom prst="ellipse">
            <a:avLst/>
          </a:prstGeom>
          <a:ln w="19050">
            <a:solidFill>
              <a:srgbClr val="B85042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handwritten chaos to a connected kitchen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F1ECE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45920"/>
            <a:ext cx="60807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dine-in restaurants face delays and errors from manual order-taking, illegible handwritten tickets, and miscommunication between waitstaff and kitchen. This project digitizes the entire order lifecycle — from table-side placement to real-time kitchen preparation tracking.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 on a simple digital interface are transmitted instantly to a Kitchen Display System (KDS), replacing paper tickets with organized, color-coded digital order cards. Each order is automatically queued, timestamped, and updated through clear stages — received, in-preparation, and ready-to-serve — giving kitchen staff a prioritized view of pending work, while a live dashboard keeps front-of-house staff informed without verbal follow-ups.</a:t>
            </a: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database stores menu items, order history, and preparation times — enabling analytics on peak hours, popular dishes, and kitchen efficiency, and laying a scalable foundation for future features such as inventory tracking and customer feedback.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43800" y="141732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2B1E1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154533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0" y="24597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→ Preparing → Ready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43800" y="310896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2B1E1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0" y="32369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772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Tickets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1513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order cards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480060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2B1E1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9286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0" y="5532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58430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front-of-house 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dine-in ordering breaks 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5727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Error-Prone Order-Taking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are noted by hand, making them slow to capture and easy to get wrong.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66928" cy="566928"/>
          </a:xfrm>
          <a:prstGeom prst="ellipse">
            <a:avLst/>
          </a:prstGeom>
          <a:solidFill>
            <a:srgbClr val="7E9E8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68833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Illegible Handwritten Tickets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25880" y="30358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staff misread rushed handwriting, causing wrong or delayed dishes.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80390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Waitstaff–Kitchen Miscommunication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325880" y="415137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live view of order status forces repeated verbal follow-ups.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7E9E8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91947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Restaurant Data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25880" y="526694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digital history, peak hours, popular dishes, and prep times go untracked.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0100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2B1E1A"/>
          </a:solidFill>
          <a:ln/>
        </p:spPr>
      </p:sp>
      <p:sp>
        <p:nvSpPr>
          <p:cNvPr id="21" name="Text 19"/>
          <p:cNvSpPr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Impact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5320" y="2249424"/>
            <a:ext cx="128016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8522208" y="212140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wait times for customers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75320" y="3118104"/>
            <a:ext cx="128016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8522208" y="299008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order-error and remake rate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75320" y="3986784"/>
            <a:ext cx="128016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8522208" y="385876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verbal coordination overhead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75320" y="4855464"/>
            <a:ext cx="128016" cy="12801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9" name="Text 27"/>
          <p:cNvSpPr/>
          <p:nvPr/>
        </p:nvSpPr>
        <p:spPr>
          <a:xfrm>
            <a:off x="8522208" y="4727448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improve kitchen operations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vs. Proposed System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paper tickets to a connected digital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46120" y="1554480"/>
            <a:ext cx="4069080" cy="502920"/>
          </a:xfrm>
          <a:prstGeom prst="roundRect">
            <a:avLst>
              <a:gd name="adj" fmla="val 10909"/>
            </a:avLst>
          </a:prstGeom>
          <a:solidFill>
            <a:srgbClr val="9C5049"/>
          </a:solidFill>
          <a:ln/>
        </p:spPr>
      </p:sp>
      <p:sp>
        <p:nvSpPr>
          <p:cNvPr id="5" name="Text 3"/>
          <p:cNvSpPr/>
          <p:nvPr/>
        </p:nvSpPr>
        <p:spPr>
          <a:xfrm>
            <a:off x="3246120" y="1554480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1554480"/>
            <a:ext cx="4160520" cy="502920"/>
          </a:xfrm>
          <a:prstGeom prst="roundRect">
            <a:avLst>
              <a:gd name="adj" fmla="val 10909"/>
            </a:avLst>
          </a:prstGeom>
          <a:solidFill>
            <a:srgbClr val="4C7A6B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155448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39696"/>
            <a:ext cx="11064240" cy="713232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7627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17627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paper tickets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0" y="217627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interface for customers/waitstaff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88950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Handoff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889504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walked to kitchen manually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0" y="2889504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transmission to Kitchen Display System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11064240" cy="713232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0273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602736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status tracking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589520" y="360273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→ In-Preparation → Ready-to-Serve stages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31596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Communication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315968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follow-ups &amp; shouting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4315968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dashboard for front-of-house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992624"/>
            <a:ext cx="11064240" cy="713232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2920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5029200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history retained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89520" y="5029200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DB tracks history, peak hours, popular dishes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7424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5742432"/>
            <a:ext cx="3794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scale across branches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89520" y="5742432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cloud-deployed architecture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flow from order placement to kitchen display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28016" cy="91440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— Order Placement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web interface for customers/waitstaff to place table-side orders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tablet app renders the Kitchen Display System (KDS)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914400"/>
          </a:xfrm>
          <a:prstGeom prst="roundRect">
            <a:avLst>
              <a:gd name="adj" fmla="val 14286"/>
            </a:avLst>
          </a:prstGeom>
          <a:solidFill>
            <a:srgbClr val="7E9E8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243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Backend Server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95351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expose REST APIs for menu, order, and user management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/ WebSockets push instant order updates from the app to the KDS in real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28016" cy="914400"/>
          </a:xfrm>
          <a:prstGeom prst="roundRect">
            <a:avLst>
              <a:gd name="adj" fmla="val 14286"/>
            </a:avLst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758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Storage &amp; Caching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00507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stores structured data: menu items, orders, users, and order history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caches the live order queue for fast, low-latency reads on the KDS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28016" cy="914400"/>
          </a:xfrm>
          <a:prstGeom prst="roundRect">
            <a:avLst>
              <a:gd name="adj" fmla="val 14286"/>
            </a:avLst>
          </a:prstGeom>
          <a:solidFill>
            <a:srgbClr val="7E9E8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72744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Layer — Hosting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5056632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packaged as Docker containers for consistency across environments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AWS / Firebase Hosting for scalability and portability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109960" cy="0"/>
          </a:xfrm>
          <a:prstGeom prst="line">
            <a:avLst/>
          </a:prstGeom>
          <a:noFill/>
          <a:ln w="12700">
            <a:solidFill>
              <a:srgbClr val="F1EC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Lifecycle:  </a:t>
            </a:r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 →  In-Preparation  →  Ready-to-Serve</a:t>
            </a:r>
            <a:pPr indent="0" marL="0">
              <a:buNone/>
            </a:pPr>
            <a:r>
              <a:rPr lang="en-US" sz="125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(timestamped &amp; queued at every stage)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1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to Implement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planned for the frontend, backend, and delivery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3134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customer &amp; waiter ordering interface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— KDS tablet display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9" name="Shape 7"/>
          <p:cNvSpPr/>
          <p:nvPr/>
        </p:nvSpPr>
        <p:spPr>
          <a:xfrm>
            <a:off x="4544568" y="1801368"/>
            <a:ext cx="384048" cy="384048"/>
          </a:xfrm>
          <a:prstGeom prst="ellipse">
            <a:avLst/>
          </a:prstGeom>
          <a:solidFill>
            <a:srgbClr val="7E9E8E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3134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server runtime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— REST APIs &amp; order logic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13" name="Shape 11"/>
          <p:cNvSpPr/>
          <p:nvPr/>
        </p:nvSpPr>
        <p:spPr>
          <a:xfrm>
            <a:off x="8339328" y="180136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17830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94192" y="23134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menu, orders, users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order-queue caching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041648"/>
            <a:ext cx="384048" cy="384048"/>
          </a:xfrm>
          <a:prstGeom prst="ellipse">
            <a:avLst/>
          </a:prstGeom>
          <a:solidFill>
            <a:srgbClr val="7E9E8E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023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55371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/ WebSockets — instant order updates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ordering app and kitchen display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44568" y="4041648"/>
            <a:ext cx="384048" cy="38404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4023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Deployment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9432" y="455371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containerized services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Firebase Hosting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1E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8339328" y="4041648"/>
            <a:ext cx="384048" cy="384048"/>
          </a:xfrm>
          <a:prstGeom prst="ellipse">
            <a:avLst/>
          </a:prstGeom>
          <a:solidFill>
            <a:srgbClr val="7E9E8E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4023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94192" y="455371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testing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— version control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UI/UX design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474720" cy="347472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610819" y="-610819"/>
            <a:ext cx="2501798" cy="2501798"/>
          </a:xfrm>
          <a:prstGeom prst="ellipse">
            <a:avLst/>
          </a:prstGeom>
          <a:ln w="19050">
            <a:solidFill>
              <a:srgbClr val="B85042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389120"/>
            <a:ext cx="3108960" cy="3108960"/>
          </a:xfrm>
          <a:prstGeom prst="ellipse">
            <a:avLst/>
          </a:prstGeom>
          <a:solidFill>
            <a:srgbClr val="7E9E8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127894" y="4824374"/>
            <a:ext cx="2238451" cy="2238451"/>
          </a:xfrm>
          <a:prstGeom prst="ellipse">
            <a:avLst/>
          </a:prstGeom>
          <a:ln w="19050">
            <a:solidFill>
              <a:srgbClr val="7E9E8E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F7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3886200"/>
            <a:ext cx="2011680" cy="0"/>
          </a:xfrm>
          <a:prstGeom prst="line">
            <a:avLst/>
          </a:prstGeom>
          <a:noFill/>
          <a:ln w="381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Restaurant Ordering &amp; Kitchen Display System  •  Sec 8, Team 12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2026-09-01T03:14:47Z</dcterms:created>
  <dcterms:modified xsi:type="dcterms:W3CDTF">2026-09-01T03:14:47Z</dcterms:modified>
</cp:coreProperties>
</file>